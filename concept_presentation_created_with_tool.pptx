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 Idea Structuring Tool for Innovation Centers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Local, Scalable Solution to Capture and Refine Ideas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• Local AI tool to auto-generate structured PID drafts from natural language input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• Target: Innovation center visitors (startups, researchers, employees)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• POC phase: Text input (voice later), anonymous/optional login, local storage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• Scalable architecture for future integrations (e.g., similar-idea checks)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• Lost ideas due to high effort in structuring and feasibility assessment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• Friction in translating raw ideas into actionable projects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• Need for quick, low-barrier idea capture in public-facing environments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• Privacy concerns with sensitive or high-volume concepts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• Increase idea submission volume by **50% in 3 months** (measurable success metric)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• Auto-generate PID drafts (objectives, optional risks/timeline) in &lt;5 minutes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• Support adaptable templates via config files for future document types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• Local-first design with SQLite/JSON storage (no cloud dependency in POC)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Stakeholders &amp;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• **Stakeholders**: Innovation center visitors, internal innovation team, IT (for local deployment)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• **Timeline (POC Phase)**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• Month 1: Core AI model integration (Ollama) + basic PID template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• Month 2: User testing with anonymous/optional login, refine draft quality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• Month 3: Launch + measure 50% submission increase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Risks &amp; Mitigation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• **Performance lag with complex ideas** → Chunk input or add 'simplify' button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• **Generic drafts frustrating users** → Include 'refine' prompt to tweak AI output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• **Tech debt from hardcoded templates** → Use config files for adaptable fields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• **Low user adoption** → Ensure optional fields and flexible login (anonymous/optional)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Next Steps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✓ Finalize tech stack (Ollama for POC, SQLite storage) and begin development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✓ Prioritize core PID template with objectives + optional fields (risks/timeline)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✓ Launch POC in 3 months and track 50% submission increase metric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✓ Prepare for scalability: Model swaps, integrations, and document template expansion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200">
                <a:solidFill>
                  <a:srgbClr val="1F2937"/>
                </a:solidFill>
              </a:defRPr>
            </a:pPr>
            <a:r>
              <a:t>✓ Gather user feedback to refine draft quality and reduce friction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